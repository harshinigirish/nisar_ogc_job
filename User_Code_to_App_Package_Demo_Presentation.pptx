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C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058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AI-assisted User Code → MAAP DPS / OGC Application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NISAR_OGC_JOB demonstration: notebooks, MCP metadata, LLM review, dependency graphing, V2 notebook synthesis, and OGC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Problem: notebooks are not automatically deployable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2C50"/>
                </a:solidFill>
              </a:defRPr>
            </a:pPr>
            <a:r>
              <a:t>Science workflows often start as exploratory notebooks with hidden cell state.</a:t>
            </a:r>
          </a:p>
          <a:p>
            <a:pPr>
              <a:defRPr sz="2200">
                <a:solidFill>
                  <a:srgbClr val="142C50"/>
                </a:solidFill>
              </a:defRPr>
            </a:pPr>
            <a:r>
              <a:t>MAAP DPS jobs must be non-interactive, parameterized, reproducible, and output to output/.</a:t>
            </a:r>
          </a:p>
          <a:p>
            <a:pPr>
              <a:defRPr sz="2200">
                <a:solidFill>
                  <a:srgbClr val="142C50"/>
                </a:solidFill>
              </a:defRPr>
            </a:pPr>
            <a:r>
              <a:t>OGC Application Packages require CWL, containers, metadata, inputs/outputs, and validation.</a:t>
            </a:r>
          </a:p>
          <a:p>
            <a:pPr>
              <a:defRPr sz="2200">
                <a:solidFill>
                  <a:srgbClr val="142C50"/>
                </a:solidFill>
              </a:defRPr>
            </a:pPr>
            <a:r>
              <a:t>Manual conversion is repetitive and support-intensive: wrappers, envs, dependencies, credentials, access strategy,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Implemented end-to-end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292840" cy="6310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Repository map: what was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C50"/>
                </a:solidFill>
              </a:defRPr>
            </a:pPr>
            <a:r>
              <a:t>generator/: parser, scanner, dependency graph, access planner, validator, reports, notebook V2.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mcp_server/tools/: CMR, asset inspection, access options, subset-cost, default resolver.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templates/: Dockerfile, run.sh, env.yml, algorithm.yml, application.cwl, workflow.cwl.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notebooks/: MAAP-docs-style sample and GEDI Cal/Val MAAP STAC demo notebook.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tests/: 35 unit/integration tests for generator, MCP tools, access planning, and OGCification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6080760"/>
            <a:ext cx="10972800" cy="411480"/>
          </a:xfrm>
          <a:prstGeom prst="roundRect">
            <a:avLst/>
          </a:prstGeom>
          <a:solidFill>
            <a:srgbClr val="E2F0FF"/>
          </a:solidFill>
          <a:ln>
            <a:solidFill>
              <a:srgbClr val="26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666A9"/>
                </a:solidFill>
              </a:defRPr>
            </a:pPr>
            <a:r>
              <a:t>Repository: https://github.com/HarshiniGirish/NISAR_OGC_JOB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Demo inputs: MAAP docs + MAAP STAC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C50"/>
                </a:solidFill>
              </a:defRPr>
            </a:pPr>
            <a:r>
              <a:t>NISAR Access tutorial: direct S3 credentials + Earthaccess HTTPS fallback.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GEDI Cal/Val demo: uses GEDI_CalVal_Lidar_Data from the MAAP STAC stack.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The demo notebook intentionally contains notebook-only visualization and DPS-ready metadata processing sections.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The pipeline shows original notebook → readiness scan → suggested V2 → generated package → validation → run outputs.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303520"/>
            <a:ext cx="10972800" cy="411480"/>
          </a:xfrm>
          <a:prstGeom prst="roundRect">
            <a:avLst/>
          </a:prstGeom>
          <a:solidFill>
            <a:srgbClr val="E2F0FF"/>
          </a:solidFill>
          <a:ln>
            <a:solidFill>
              <a:srgbClr val="26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666A9"/>
                </a:solidFill>
              </a:defRPr>
            </a:pPr>
            <a:r>
              <a:t>MAAP NISAR docs: https://docs.maap-project.org/en/develop/science/NISAR/NISAR_access.html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806440"/>
            <a:ext cx="10972800" cy="411480"/>
          </a:xfrm>
          <a:prstGeom prst="roundRect">
            <a:avLst/>
          </a:prstGeom>
          <a:solidFill>
            <a:srgbClr val="E2F0FF"/>
          </a:solidFill>
          <a:ln>
            <a:solidFill>
              <a:srgbClr val="26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666A9"/>
                </a:solidFill>
              </a:defRPr>
            </a:pPr>
            <a:r>
              <a:t>GEDI Cal/Val STAC: https://stac-browser.maap-project.org/collections/GEDI_CalVal_Lidar_Data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DPS-readiness scanner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C50"/>
                </a:solidFill>
              </a:defRPr>
            </a:pPr>
            <a:r>
              <a:t>Classifies notebook cells/functions/blocks as DPS-ready, candidate-after-refactor, notebook-only, or blocking.</a:t>
            </a:r>
          </a:p>
          <a:p>
            <a:pPr>
              <a:defRPr sz="1800">
                <a:solidFill>
                  <a:srgbClr val="142C50"/>
                </a:solidFill>
              </a:defRPr>
            </a:pPr>
            <a:r>
              <a:t>Detects imports, data access, outputs, hardcoded values, plotting, interactive code, local paths, and dependencies.</a:t>
            </a:r>
          </a:p>
          <a:p>
            <a:pPr>
              <a:defRPr sz="1800">
                <a:solidFill>
                  <a:srgbClr val="142C50"/>
                </a:solidFill>
              </a:defRPr>
            </a:pPr>
            <a:r>
              <a:t>Produces dps_readiness_report.json and dps_readiness_report.md.</a:t>
            </a:r>
          </a:p>
        </p:txBody>
      </p:sp>
      <p:pic>
        <p:nvPicPr>
          <p:cNvPr id="4" name="Picture 3" descr="dps_scanne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7132320" cy="37896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6217920"/>
            <a:ext cx="10972800" cy="411480"/>
          </a:xfrm>
          <a:prstGeom prst="roundRect">
            <a:avLst/>
          </a:prstGeom>
          <a:solidFill>
            <a:srgbClr val="E2F0FF"/>
          </a:solidFill>
          <a:ln>
            <a:solidFill>
              <a:srgbClr val="26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666A9"/>
                </a:solidFill>
              </a:defRPr>
            </a:pPr>
            <a:r>
              <a:t>Code: https://github.com/HarshiniGirish/NISAR_OGC_JOB/blob/cursor/ai-ogcification-system-ad8b/generator/dps_readiness_scan.py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Example NISAR readiness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42C50"/>
                </a:solidFill>
              </a:defRPr>
            </a:pPr>
            <a:r>
              <a:t>DPS-ready cells: S3 credentials, Earthaccess discovery, S3 open path, HTTPS open path.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Notebook-only cells: markdown, display, matplotlib/folium visualization, inspection cells.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Info warnings: implicit notebook state; these are not failures but highlight ordering/refactor risks.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Outcome: V2 notebook makes runtime values explicit and packages the DPS-relevant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MCP metadata/default resolver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88720"/>
            <a:ext cx="39776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C50"/>
                </a:solidFill>
              </a:defRPr>
            </a:pPr>
            <a:r>
              <a:t>Creates provenance-tagged default suggestions for collection_id, short_name, asset_href, bbox, variables, access_mode, output_directory.</a:t>
            </a:r>
          </a:p>
          <a:p>
            <a:pPr>
              <a:defRPr sz="1800">
                <a:solidFill>
                  <a:srgbClr val="142C50"/>
                </a:solidFill>
              </a:defRPr>
            </a:pPr>
            <a:r>
              <a:t>Does not hardcode MAAP docs values as real defaults.</a:t>
            </a:r>
          </a:p>
          <a:p>
            <a:pPr>
              <a:defRPr sz="1800">
                <a:solidFill>
                  <a:srgbClr val="142C50"/>
                </a:solidFill>
              </a:defRPr>
            </a:pPr>
            <a:r>
              <a:t>Sources: user manifest, source evidence, MAAP/STAC/CMR facts, safe fallback logic.</a:t>
            </a:r>
          </a:p>
        </p:txBody>
      </p:sp>
      <p:pic>
        <p:nvPicPr>
          <p:cNvPr id="4" name="Picture 3" descr="mcp_resolve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7132320" cy="538727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6217920"/>
            <a:ext cx="10972800" cy="411480"/>
          </a:xfrm>
          <a:prstGeom prst="roundRect">
            <a:avLst/>
          </a:prstGeom>
          <a:solidFill>
            <a:srgbClr val="E2F0FF"/>
          </a:solidFill>
          <a:ln>
            <a:solidFill>
              <a:srgbClr val="26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666A9"/>
                </a:solidFill>
              </a:defRPr>
            </a:pPr>
            <a:r>
              <a:t>Code: https://github.com/HarshiniGirish/NISAR_OGC_JOB/blob/cursor/ai-ogcification-system-ad8b/mcp_server/tools/default_resolver.py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Dependency graph: explain why every dependency exists</a:t>
            </a:r>
          </a:p>
        </p:txBody>
      </p:sp>
      <p:pic>
        <p:nvPicPr>
          <p:cNvPr id="3" name="Picture 2" descr="dependenc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201400" cy="577041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6309360"/>
            <a:ext cx="10972800" cy="411480"/>
          </a:xfrm>
          <a:prstGeom prst="roundRect">
            <a:avLst/>
          </a:prstGeom>
          <a:solidFill>
            <a:srgbClr val="E2F0FF"/>
          </a:solidFill>
          <a:ln>
            <a:solidFill>
              <a:srgbClr val="26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666A9"/>
                </a:solidFill>
              </a:defRPr>
            </a:pPr>
            <a:r>
              <a:t>Code: https://github.com/HarshiniGirish/NISAR_OGC_JOB/blob/cursor/ai-ogcification-system-ad8b/generator/dependency_graph.py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Access strategy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C50"/>
                </a:solidFill>
              </a:defRPr>
            </a:pPr>
            <a:r>
              <a:t>Rule-based planner always works; OpenAI planner is optional.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Allowed strategies include direct_s3_xarray, direct_s3_h5py, rasterio_windowed_read, zarr_open_zarr, harmony_subset, cmr_search_then_s3, stac_raster_api, HTTPS fallback.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AI cannot invent unsupported strategies; every plan is validated.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Writes access_plan.json and access_runtime.py with implementation hints.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6080760"/>
            <a:ext cx="10972800" cy="411480"/>
          </a:xfrm>
          <a:prstGeom prst="roundRect">
            <a:avLst/>
          </a:prstGeom>
          <a:solidFill>
            <a:srgbClr val="E2F0FF"/>
          </a:solidFill>
          <a:ln>
            <a:solidFill>
              <a:srgbClr val="26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666A9"/>
                </a:solidFill>
              </a:defRPr>
            </a:pPr>
            <a:r>
              <a:t>Code: https://github.com/HarshiniGirish/NISAR_OGC_JOB/blob/cursor/ai-ogcification-system-ad8b/generator/access_planner.py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LLM guardrails + suggested notebook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88720"/>
            <a:ext cx="39776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C50"/>
                </a:solidFill>
              </a:defRPr>
            </a:pPr>
            <a:r>
              <a:t>LLM is optional: core generation remains deterministic.</a:t>
            </a:r>
          </a:p>
          <a:p>
            <a:pPr>
              <a:defRPr sz="1800">
                <a:solidFill>
                  <a:srgbClr val="142C50"/>
                </a:solidFill>
              </a:defRPr>
            </a:pPr>
            <a:r>
              <a:t>OpenAI can synthesize a runtime-safe V2 notebook from hidden-state/readiness analysis.</a:t>
            </a:r>
          </a:p>
          <a:p>
            <a:pPr>
              <a:defRPr sz="1800">
                <a:solidFill>
                  <a:srgbClr val="142C50"/>
                </a:solidFill>
              </a:defRPr>
            </a:pPr>
            <a:r>
              <a:t>Returned notebook JSON is schema-checked and code cells must compile.</a:t>
            </a:r>
          </a:p>
          <a:p>
            <a:pPr>
              <a:defRPr sz="1800">
                <a:solidFill>
                  <a:srgbClr val="142C50"/>
                </a:solidFill>
              </a:defRPr>
            </a:pPr>
            <a:r>
              <a:t>Original notebook is never overwritten; fallback V2 is emitted if LLM fails.</a:t>
            </a:r>
          </a:p>
        </p:txBody>
      </p:sp>
      <p:pic>
        <p:nvPicPr>
          <p:cNvPr id="4" name="Picture 3" descr="llm_v2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7132320" cy="711805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6217920"/>
            <a:ext cx="10972800" cy="411480"/>
          </a:xfrm>
          <a:prstGeom prst="roundRect">
            <a:avLst/>
          </a:prstGeom>
          <a:solidFill>
            <a:srgbClr val="E2F0FF"/>
          </a:solidFill>
          <a:ln>
            <a:solidFill>
              <a:srgbClr val="26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666A9"/>
                </a:solidFill>
              </a:defRPr>
            </a:pPr>
            <a:r>
              <a:t>Code: https://github.com/HarshiniGirish/NISAR_OGC_JOB/blob/cursor/ai-ogcification-system-ad8b/generator/suggested_notebook_v2.py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Generated OGC / MAAP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C50"/>
                </a:solidFill>
              </a:defRPr>
            </a:pPr>
            <a:r>
              <a:t>MAAP DPS artifacts: algorithm.yml, algorithm_config.yaml, run.sh, build.sh, env.yml, Dockerfile, register_dps.py.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OGC artifacts: application.cwl, workflow.cwl, packed application-package.cwl, STAC input/output manifests, publish_ogc.py.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Analysis artifacts: analysis.json, dps_readiness_report.md, dependency_graph.json, dataset_facts.json, access_plan.json, final_readiness_report.json.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Validation: cwltool + ap-validator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88720"/>
            <a:ext cx="39776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2C50"/>
                </a:solidFill>
              </a:defRPr>
            </a:pPr>
            <a:r>
              <a:t>cwltool validates application.cwl and workflow.cwl syntax.</a:t>
            </a:r>
          </a:p>
          <a:p>
            <a:pPr>
              <a:defRPr sz="1800">
                <a:solidFill>
                  <a:srgbClr val="142C50"/>
                </a:solidFill>
              </a:defRPr>
            </a:pPr>
            <a:r>
              <a:t>cwltool --pack creates application-package.cwl.</a:t>
            </a:r>
          </a:p>
          <a:p>
            <a:pPr>
              <a:defRPr sz="1800">
                <a:solidFill>
                  <a:srgbClr val="142C50"/>
                </a:solidFill>
              </a:defRPr>
            </a:pPr>
            <a:r>
              <a:t>ap-validator checks OGC EO Application Package best-practice compliance.</a:t>
            </a:r>
          </a:p>
          <a:p>
            <a:pPr>
              <a:defRPr sz="1800">
                <a:solidFill>
                  <a:srgbClr val="142C50"/>
                </a:solidFill>
              </a:defRPr>
            </a:pPr>
            <a:r>
              <a:t>ogc_validation_report.md reports OGC ready, MAAP DPS ready, CWL valid, OGC AP valid, warnings, and next actions.</a:t>
            </a:r>
          </a:p>
        </p:txBody>
      </p:sp>
      <p:pic>
        <p:nvPicPr>
          <p:cNvPr id="4" name="Picture 3" descr="validato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7132320" cy="55204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6217920"/>
            <a:ext cx="10972800" cy="411480"/>
          </a:xfrm>
          <a:prstGeom prst="roundRect">
            <a:avLst/>
          </a:prstGeom>
          <a:solidFill>
            <a:srgbClr val="E2F0FF"/>
          </a:solidFill>
          <a:ln>
            <a:solidFill>
              <a:srgbClr val="26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666A9"/>
                </a:solidFill>
              </a:defRPr>
            </a:pPr>
            <a:r>
              <a:t>Code: https://github.com/HarshiniGirish/NISAR_OGC_JOB/blob/cursor/ai-ogcification-system-ad8b/generator/ogc_validator.py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GEDI MAAP STAC demo: complete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C50"/>
                </a:solidFill>
              </a:defRPr>
            </a:pPr>
            <a:r>
              <a:t>Dataset: GEDI_CalVal_Lidar_Data from MAAP STAC.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Notebook recommends an algorithm from a small catalog: metadata inventory, asset manifest, full LAS metrics, rasterization.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DPS-ready path summarizes STAC item metadata and writes output/gedi_calval_summary.json + output/asset_manifest.csv.</a:t>
            </a:r>
          </a:p>
          <a:p>
            <a:pPr>
              <a:defRPr sz="2000">
                <a:solidFill>
                  <a:srgbClr val="142C50"/>
                </a:solidFill>
              </a:defRPr>
            </a:pPr>
            <a:r>
              <a:t>V2 notebook can be packaged and run as its own generated OGC/MAAP package.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6080760"/>
            <a:ext cx="10972800" cy="411480"/>
          </a:xfrm>
          <a:prstGeom prst="roundRect">
            <a:avLst/>
          </a:prstGeom>
          <a:solidFill>
            <a:srgbClr val="E2F0FF"/>
          </a:solidFill>
          <a:ln>
            <a:solidFill>
              <a:srgbClr val="26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666A9"/>
                </a:solidFill>
              </a:defRPr>
            </a:pPr>
            <a:r>
              <a:t>Notebook: https://github.com/HarshiniGirish/NISAR_OGC_JOB/blob/cursor/ai-ogcification-system-ad8b/notebooks/gedi_calval_maap_stack_ogcification_demo.ipynb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Live demonstration commands</a:t>
            </a:r>
          </a:p>
        </p:txBody>
      </p:sp>
      <p:pic>
        <p:nvPicPr>
          <p:cNvPr id="3" name="Picture 2" descr="demo_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835640" cy="31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What to show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42C50"/>
                </a:solidFill>
              </a:defRPr>
            </a:pPr>
            <a:r>
              <a:t>Open original notebook: show exploratory cells + visualization.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Run generator with readiness/MCP/dependency/LLM/V2/validation flags.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Open dps_readiness_report.md: show DPS-ready vs notebook-only cells.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Open suggested_notebook_v2.ipynb: show parameter cell, preserved helpers, output-writing path.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Validate application-package.cwl with ap-validator: valid: true.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Run generated script and show output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Important nuance: package validation vs data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2C50"/>
                </a:solidFill>
              </a:defRPr>
            </a:pPr>
            <a:r>
              <a:t>OGC-ready means package structure and CWL/Application Package metadata validate.</a:t>
            </a:r>
          </a:p>
          <a:p>
            <a:pPr>
              <a:defRPr sz="2200">
                <a:solidFill>
                  <a:srgbClr val="142C50"/>
                </a:solidFill>
              </a:defRPr>
            </a:pPr>
            <a:r>
              <a:t>Runtime may still depend on live services: Earthdata, MAAP UAT, ASF S3 credentials, STAC/CMR endpoints.</a:t>
            </a:r>
          </a:p>
          <a:p>
            <a:pPr>
              <a:defRPr sz="2200">
                <a:solidFill>
                  <a:srgbClr val="142C50"/>
                </a:solidFill>
              </a:defRPr>
            </a:pPr>
            <a:r>
              <a:t>Example: MAAP UAT 503 is an access-service issue, not an OGC package failure.</a:t>
            </a:r>
          </a:p>
          <a:p>
            <a:pPr>
              <a:defRPr sz="2200">
                <a:solidFill>
                  <a:srgbClr val="142C50"/>
                </a:solidFill>
              </a:defRPr>
            </a:pPr>
            <a:r>
              <a:t>Reports separate structural readiness from runtime access risks.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Current limitations and next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42C50"/>
                </a:solidFill>
              </a:defRPr>
            </a:pPr>
            <a:r>
              <a:t>Automatic S3 → HTTPS fallback orchestration should be strengthened.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More dataset-specific output templates can improve scientific runtime correctness.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Live MCP metadata integrations can improve defaults and subset-cost estimates.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MAAP DPS sandbox submission/polling should be added for end-to-end cloud job proof.</a:t>
            </a:r>
          </a:p>
          <a:p>
            <a:pPr>
              <a:defRPr sz="2100">
                <a:solidFill>
                  <a:srgbClr val="142C50"/>
                </a:solidFill>
              </a:defRPr>
            </a:pPr>
            <a:r>
              <a:t>CI should run ap-validator and representative notebook generation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42C50"/>
                </a:solidFill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42C50"/>
                </a:solidFill>
              </a:defRPr>
            </a:pPr>
            <a:r>
              <a:t>The repository now demonstrates an AI-assisted OGCification workflow.</a:t>
            </a:r>
          </a:p>
          <a:p>
            <a:pPr>
              <a:defRPr sz="2200">
                <a:solidFill>
                  <a:srgbClr val="142C50"/>
                </a:solidFill>
              </a:defRPr>
            </a:pPr>
            <a:r>
              <a:t>It explains what is DPS-ready, what stays notebook-only, which dependencies are required, and why.</a:t>
            </a:r>
          </a:p>
          <a:p>
            <a:pPr>
              <a:defRPr sz="2200">
                <a:solidFill>
                  <a:srgbClr val="142C50"/>
                </a:solidFill>
              </a:defRPr>
            </a:pPr>
            <a:r>
              <a:t>It generates MAAP DPS and OGC package artifacts and validates the packed OGC Application Package.</a:t>
            </a:r>
          </a:p>
          <a:p>
            <a:pPr>
              <a:defRPr sz="2200">
                <a:solidFill>
                  <a:srgbClr val="142C50"/>
                </a:solidFill>
              </a:defRPr>
            </a:pPr>
            <a:r>
              <a:t>It preserves the original notebook and emits a suggested V2 notebook for review or packaging.</a:t>
            </a:r>
          </a:p>
          <a:p>
            <a:pPr>
              <a:defRPr sz="2200">
                <a:solidFill>
                  <a:srgbClr val="142C50"/>
                </a:solidFill>
              </a:defRPr>
            </a:pPr>
            <a:r>
              <a:t>The system turns exploratory notebook work into a documented, reviewable, reproducible package candidate.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06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