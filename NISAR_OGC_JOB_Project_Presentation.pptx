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tree/mai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input/nisar_access_subset.p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generator/generate_package.py" TargetMode="External"/><Relationship Id="rId3" Type="http://schemas.openxmlformats.org/officeDocument/2006/relationships/hyperlink" Target="https://github.com/HarshiniGirish/NISAR_OGC_JOB/blob/main/generator/dependency_map.yml" TargetMode="External"/><Relationship Id="rId4" Type="http://schemas.openxmlformats.org/officeDocument/2006/relationships/hyperlink" Target="https://github.com/HarshiniGirish/NISAR_OGC_JOB/blob/main/generator/DEPENDENCY_MAPPING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generated_package/run.sh" TargetMode="External"/><Relationship Id="rId3" Type="http://schemas.openxmlformats.org/officeDocument/2006/relationships/hyperlink" Target="https://github.com/HarshiniGirish/NISAR_OGC_JOB/blob/main/generated_package/build.sh" TargetMode="External"/><Relationship Id="rId4" Type="http://schemas.openxmlformats.org/officeDocument/2006/relationships/hyperlink" Target="https://github.com/HarshiniGirish/NISAR_OGC_JOB/blob/main/generated_package/env.yml" TargetMode="External"/><Relationship Id="rId5" Type="http://schemas.openxmlformats.org/officeDocument/2006/relationships/hyperlink" Target="https://github.com/HarshiniGirish/NISAR_OGC_JOB/blob/main/generated_package/algorithm.yml" TargetMode="External"/><Relationship Id="rId6" Type="http://schemas.openxmlformats.org/officeDocument/2006/relationships/hyperlink" Target="https://github.com/HarshiniGirish/NISAR_OGC_JOB/blob/main/generated_package/Dockerfile" TargetMode="External"/><Relationship Id="rId7" Type="http://schemas.openxmlformats.org/officeDocument/2006/relationships/hyperlink" Target="https://github.com/HarshiniGirish/NISAR_OGC_JOB/blob/main/generated_package/nisar_access_subset.cwl" TargetMode="External"/><Relationship Id="rId8" Type="http://schemas.openxmlformats.org/officeDocument/2006/relationships/hyperlink" Target="https://github.com/HarshiniGirish/NISAR_OGC_JOB/blob/main/generated_package/report.md" TargetMode="External"/><Relationship Id="rId9" Type="http://schemas.openxmlformats.org/officeDocument/2006/relationships/hyperlink" Target="https://github.com/HarshiniGirish/NISAR_OGC_JOB/tree/main/generated_packag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generated_package/env.yml" TargetMode="External"/><Relationship Id="rId3" Type="http://schemas.openxmlformats.org/officeDocument/2006/relationships/hyperlink" Target="https://github.com/HarshiniGirish/NISAR_OGC_JOB/blob/main/generator/DEPENDENCY_MAPPING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tree/ma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49808"/>
            <a:ext cx="10744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800" b="1">
                <a:solidFill>
                  <a:srgbClr val="12263F"/>
                </a:solidFill>
              </a:defRPr>
            </a:pPr>
            <a:r>
              <a:t>NISAR_OGC_JOB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44752"/>
            <a:ext cx="10332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0">
                <a:solidFill>
                  <a:srgbClr val="586270"/>
                </a:solidFill>
              </a:defRPr>
            </a:pPr>
            <a:r>
              <a:t>Python-only User Code to OGC Application Package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423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532888"/>
            <a:ext cx="2825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User gives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862072"/>
            <a:ext cx="282549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input/nisar_access_subset.py</a:t>
            </a:r>
            <a:br/>
            <a:r>
              <a:t>(no app.yml required)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423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532888"/>
            <a:ext cx="2825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Generator infers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862072"/>
            <a:ext cx="282549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CLI inputs, imports, dependencies,</a:t>
            </a:r>
            <a:br/>
            <a:r>
              <a:t>metadata, OGC package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4231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2532888"/>
            <a:ext cx="2825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Output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862072"/>
            <a:ext cx="282549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run.sh, build.sh, env.yml,</a:t>
            </a:r>
            <a:br/>
            <a:r>
              <a:t>Dockerfile, CWL, report.md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33087" y="3044952"/>
            <a:ext cx="365761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99248" y="3044952"/>
            <a:ext cx="365760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49039" y="507492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u="sng">
                <a:solidFill>
                  <a:srgbClr val="005CAB"/>
                </a:solidFill>
                <a:hlinkClick r:id="rId2"/>
              </a:rPr>
              <a:t>GitHub repository: HarshiniGirish/NISAR_OGC_JOB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Assessment goal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4181E"/>
                </a:solidFill>
              </a:defRPr>
            </a:pPr>
            <a:r>
              <a:t>Scientists usually start with notebooks or Python scripts.</a:t>
            </a:r>
          </a:p>
          <a:p>
            <a:pPr>
              <a:spcAft>
                <a:spcPts val="400"/>
              </a:spcAft>
              <a:defRPr sz="1700">
                <a:solidFill>
                  <a:srgbClr val="14181E"/>
                </a:solidFill>
              </a:defRPr>
            </a:pPr>
            <a:r>
              <a:t>Productionizing that code for MAAP DPS or OGC execution normally requires manual wrappers, environments, containers, and YAML/CWL files.</a:t>
            </a:r>
          </a:p>
          <a:p>
            <a:pPr>
              <a:spcAft>
                <a:spcPts val="400"/>
              </a:spcAft>
              <a:defRPr sz="1700">
                <a:solidFill>
                  <a:srgbClr val="14181E"/>
                </a:solidFill>
              </a:defRPr>
            </a:pPr>
            <a:r>
              <a:t>The assessment goal is to automate that mechanical packaging step.</a:t>
            </a:r>
          </a:p>
          <a:p>
            <a:pPr>
              <a:spcAft>
                <a:spcPts val="400"/>
              </a:spcAft>
              <a:defRPr sz="1700">
                <a:solidFill>
                  <a:srgbClr val="14181E"/>
                </a:solidFill>
              </a:defRPr>
            </a:pPr>
            <a:r>
              <a:t>This repo demonstrates the core path using a real NISAR GCOV Python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143000"/>
            <a:ext cx="4983480" cy="114300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252728"/>
            <a:ext cx="46542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Manual work avoided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1112" y="1581912"/>
            <a:ext cx="465429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No hand-writing run.sh, build.sh, env.yml, Dockerfile, CWL, or algorithm.yml for the demo package.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651760"/>
            <a:ext cx="4983480" cy="114300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761488"/>
            <a:ext cx="46542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User input simplified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3090672"/>
            <a:ext cx="465429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The current generator uses the Python script itself as the only required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160520"/>
            <a:ext cx="4983480" cy="114300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4270248"/>
            <a:ext cx="46542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599431"/>
            <a:ext cx="465429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OGC Application Package style output, with MAAP DPS-style metadata also produced.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Current repository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1556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input/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Contains the user science script: nisar_access_subset.py. This is the required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generator/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6207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Contains generate_package.py, dependency_map.yml, and dependency mapping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5020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templates/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7939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Contains templates used to render run.sh, env.yml, Dockerfile, algorithm.yml, and CWL.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00584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11556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generated_package/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44475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Generated output package. This folder can be deleted and recreated.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2316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53288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reference_package/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86207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Reference hand-written package used as prior art/comparison.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16636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95020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.gitignore/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279392"/>
            <a:ext cx="483717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Repository artifact folder from earlier repo-structure task; not used by generator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277C4B"/>
                </a:solidFill>
              </a:defRPr>
            </a:pPr>
            <a:r>
              <a:t>Important: input/app.yml was removed. The default generator path is Python-only.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Where the input comes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051560"/>
            <a:ext cx="5212080" cy="141732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6128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Required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490472"/>
            <a:ext cx="488289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`input/nisar_access_subset.py`</a:t>
            </a:r>
            <a:br/>
            <a:r>
              <a:t>This is the user science workflow. The generator treats this as the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5212080" cy="141732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5292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No required 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182112"/>
            <a:ext cx="488289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`input/app.yml` is no longer required. The generator infers a first-draft package from Python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5212080" cy="105156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54456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Optional override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73752"/>
            <a:ext cx="488289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 manifest can still be passed with --manifest, but the main demo does not use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00584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What is inferred from Python?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App name from script filename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Description from module docstring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CLI parameters from argparse.add_argument(...)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Imports via Python AST parsing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Dependencies from dependency mapping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Target metadata: OGC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983480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2"/>
              </a:rPr>
              <a:t>Open input/nisar_access_subset.py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How the generator creates package assets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252728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1. Parse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581912"/>
            <a:ext cx="209397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Reads input/nisar_access_subset.py and parses it with ast.parse().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4300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252728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2. Infer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581912"/>
            <a:ext cx="209397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Finds argparse add_argument calls and extracts names, defaults, and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252728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3. Resolve deps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581912"/>
            <a:ext cx="209397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Maps imports to packages using dependency_map.yml plus implicit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4300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252728"/>
            <a:ext cx="20939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4. Render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581912"/>
            <a:ext cx="209397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Fills templates and writes generated_package/*. files.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7248" y="1737360"/>
            <a:ext cx="310896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25312" y="1737360"/>
            <a:ext cx="310896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05088" y="1737360"/>
            <a:ext cx="310896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2971800"/>
            <a:ext cx="5303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t>Core implementation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01568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2"/>
              </a:rPr>
              <a:t>generator/generate_package.py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3"/>
              </a:rPr>
              <a:t>generator/dependency_map.yml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33087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4"/>
              </a:rPr>
              <a:t>generator/DEPENDENCY_MAPPING.md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t>Main command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29000"/>
            <a:ext cx="4983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300">
                <a:solidFill>
                  <a:srgbClr val="FFFFFF"/>
                </a:solidFill>
                <a:latin typeface="Courier New"/>
              </a:defRPr>
            </a:pPr>
            <a:r>
              <a:t>$ cd ~/NISAR_OGC_JOB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urier New"/>
              </a:defRPr>
            </a:pPr>
            <a:r>
              <a:t>$ rm -rf generated_package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urier New"/>
              </a:defRPr>
            </a:pPr>
            <a:r>
              <a:t>$ python generator/generate_package.py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What gets generated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run.sh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96012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Runtime launcher that calls the packaged Python script with --out_dir and user CLI args.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7218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2"/>
              </a:rPr>
              <a:t>Open run.sh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build.sh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9456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Builds/validates the conda environment in a writable 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3"/>
              </a:rPr>
              <a:t>Open build.sh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env.yml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2900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Conda dependencies inferred from imports and implicit runtime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4106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4"/>
              </a:rPr>
              <a:t>Open env.yml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algorithm.yml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6344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MAAP DPS-style registration metadata generated from inferred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7550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5"/>
              </a:rPr>
              <a:t>Open algorithm.yml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96012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Dockerfile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96012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Container recipe that copies package files and runs build.sh.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47218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6"/>
              </a:rPr>
              <a:t>Open Dockerfile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nisar_access_subset.cwl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19456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OGC/CWL CommandLineTool descriptor generated from inferred argparse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0662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7"/>
              </a:rPr>
              <a:t>Open nisar_access_subset.cwl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2900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report.md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42900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Audit report showing imports, inferred inputs, implicit deps, and generated 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4106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8"/>
              </a:rPr>
              <a:t>Open report.md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6344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requirements.txt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663440"/>
            <a:ext cx="3703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Pip-style dependency list for non-conda fallback/testing.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75504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5CAB"/>
                </a:solidFill>
                <a:hlinkClick r:id="rId9"/>
              </a:rPr>
              <a:t>Open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How run.sh and build.sh are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212080" cy="118872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6128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run.sh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88289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Rendered from templates/run.sh.template. It chooses output directory, resolves conda env path, and launches the packaged Python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212080" cy="118872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1576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build.sh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4882896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Generated inside generator/generate_package.py. It creates the conda env from env.yml and validates Python/imports.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12080" cy="100584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7024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ADE/Jupyter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599431"/>
            <a:ext cx="48828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If /opt/conda/envs is not writable, scripts fall back to $HOME/.conda/envs/nisar_access_subset.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6012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Generated run command 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074920" cy="1325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conda run --live-stream -p "$ENV_PREFIX" \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  python "$basedir/nisar_access_subset.py" \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  --out_dir "$OUTDIR" "$@"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Generated build command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74720"/>
            <a:ext cx="5074920" cy="1325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conda env create -f "$basedir/env.yml" \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  --prefix "$ENV_PREFIX"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conda run -p "$ENV_PREFIX" python -m py_compile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Dataset used for the runtime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5349240" cy="137160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069848"/>
            <a:ext cx="50200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5020055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NISAR L2 GCOV BETA V1 HDF5 granule from ASF/Earthdata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349240" cy="13258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15768"/>
            <a:ext cx="50200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Science group and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5020055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Group: /science/LSAR/GCOV/grids/frequencyA</a:t>
            </a:r>
            <a:br/>
            <a:r>
              <a:t>Variable: HHHH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349240" cy="123444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315968"/>
            <a:ext cx="50200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645152"/>
            <a:ext cx="50200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Subset is written as a local Zarr store: output/nisar_subset.zarr. A manifest is attempted after successful 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96012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Runtime HTTPS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371600"/>
            <a:ext cx="5074920" cy="1508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https://nisar.asf.earthdatacloud.nasa.gov/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NISAR/NISAR_L2_GCOV_BETA_V1/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NISAR_L2_PR_GCOV_002_109_...001.h5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5120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Observed dataset extent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81E"/>
                </a:solidFill>
              </a:defRPr>
            </a:pPr>
            <a:r>
              <a:t>EPSG: 32633</a:t>
            </a:r>
          </a:p>
          <a:p>
            <a:pPr>
              <a:spcAft>
                <a:spcPts val="400"/>
              </a:spcAft>
              <a:defRPr sz="1400">
                <a:solidFill>
                  <a:srgbClr val="14181E"/>
                </a:solidFill>
              </a:defRPr>
            </a:pPr>
            <a:r>
              <a:t>X range: 148325.0 to 519115.0</a:t>
            </a:r>
          </a:p>
          <a:p>
            <a:pPr>
              <a:spcAft>
                <a:spcPts val="400"/>
              </a:spcAft>
              <a:defRPr sz="1400">
                <a:solidFill>
                  <a:srgbClr val="14181E"/>
                </a:solidFill>
              </a:defRPr>
            </a:pPr>
            <a:r>
              <a:t>Y range: 5392805.0 to 5759995.0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Dependency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The environment is generated from Python imports plus extra rules for packages used indirectly.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123444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31455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Detected imports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314553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earthaccess, h5py, maap, numpy, pyproj, s3fs, xarray,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74720" cy="123444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709928"/>
            <a:ext cx="31455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Mapped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039112"/>
            <a:ext cx="314553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earthaccess, h5py, maap-py, numpy, pyproj, s3fs, xarray.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474720" cy="123444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09928"/>
            <a:ext cx="31455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Implicit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39112"/>
            <a:ext cx="314553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zarr&lt;3, numcodecs&lt;0.16, fsspec, boto3, botocore, requests, h5netcdf.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277C4B"/>
                </a:solidFill>
              </a:defRPr>
            </a:pPr>
            <a:r>
              <a:t>Stable Zarr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81E"/>
                </a:solidFill>
              </a:defRPr>
            </a:pPr>
            <a:r>
              <a:t>Generated env pins zarr&lt;3 and numcodecs&lt;0.16.</a:t>
            </a:r>
          </a:p>
          <a:p>
            <a:pPr>
              <a:spcAft>
                <a:spcPts val="400"/>
              </a:spcAft>
              <a:defRPr sz="1400">
                <a:solidFill>
                  <a:srgbClr val="14181E"/>
                </a:solidFill>
              </a:defRPr>
            </a:pPr>
            <a:r>
              <a:t>This avoids Zarr v3 async shutdown warnings in ADE/Jupyter demos.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40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2"/>
              </a:rPr>
              <a:t>Open generated_package/env.yml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u="sng">
                <a:solidFill>
                  <a:srgbClr val="005CAB"/>
                </a:solidFill>
                <a:hlinkClick r:id="rId3"/>
              </a:rPr>
              <a:t>Open dependency mapping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Demo command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212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Generate package from Python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cd ~/NISAR_OGC_JOB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git pull origin main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rm -rf generated_package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python generator/generate_package.py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5212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Build and smoke test generated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5303520" cy="1325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cd generated_package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./build.sh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./run.sh --help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urier New"/>
              </a:defRPr>
            </a:pPr>
            <a:r>
              <a:t>$ grep -E "zarr|numcodecs" env.yml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914400"/>
            <a:ext cx="5120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50" b="1">
                <a:solidFill>
                  <a:srgbClr val="12263F"/>
                </a:solidFill>
              </a:defRPr>
            </a:pPr>
            <a:r>
              <a:t>Run NISAR HTTPS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280160"/>
            <a:ext cx="516636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export EARTHDATA_USERNAME="..."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export EARTHDATA_PASSWORD="..."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./run.sh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--access_mode https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--https_href "https://...001.h5"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--vars "HHHH"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--group "/science/LSAR/GCOV/grids/frequencyA"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--bbox "200000,5450000,205000,5455000" \</a:t>
            </a:r>
          </a:p>
          <a:p>
            <a:pPr>
              <a:spcAft>
                <a:spcPts val="100"/>
              </a:spcAft>
              <a:defRPr sz="1050">
                <a:solidFill>
                  <a:srgbClr val="FFFFFF"/>
                </a:solidFill>
                <a:latin typeface="Courier New"/>
              </a:defRPr>
            </a:pPr>
            <a:r>
              <a:t>  --bbox_crs "EPSG:32633"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Runtime test results and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166360" cy="10972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6128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Confirmed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837176" cy="5943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Generator creates package files. build.sh creates environment. run.sh starts. --help works. HTTPS auth/download worked with Earthdata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166360" cy="10972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2432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Observed real data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53512"/>
            <a:ext cx="4837176" cy="5943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The NISAR HDF5 file downloaded, opened, and dataset extent was printed. The code reached Zarr output writing.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66360" cy="10972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8736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Local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16552"/>
            <a:ext cx="4837176" cy="5943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 full-granule bbox caused “No space left on device” in ADE/Jupyter. Use smaller bbox for demos.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051560"/>
            <a:ext cx="4983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1">
                <a:solidFill>
                  <a:srgbClr val="277C4B"/>
                </a:solidFill>
              </a:defRPr>
            </a:pPr>
            <a:r>
              <a:t>Important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This is no longer failing because of package generation.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The generated package got to real NISAR processing.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Remaining constraints are credentials, disk space, and runtime environment capacity.</a:t>
            </a:r>
          </a:p>
          <a:p>
            <a:pPr>
              <a:spcAft>
                <a:spcPts val="400"/>
              </a:spcAft>
              <a:defRPr sz="1550">
                <a:solidFill>
                  <a:srgbClr val="14181E"/>
                </a:solidFill>
              </a:defRPr>
            </a:pPr>
            <a:r>
              <a:t>For presentation, show generation/build/help plus the runtime logs proving data download/open.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How this differs from MAAP-Project/NISAR_DPS_JOB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051560"/>
            <a:ext cx="5166360" cy="20116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6128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MAAP-Project/NISAR_DPS_JOB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490472"/>
            <a:ext cx="4837176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 finished hand-prepared DPS package. It already contains Dockerfile, run.sh, build.sh, env.yml, algorithm.yml, CWL, and the Python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51560"/>
            <a:ext cx="5166360" cy="2011680"/>
          </a:xfrm>
          <a:prstGeom prst="roundRect">
            <a:avLst/>
          </a:prstGeom>
          <a:solidFill>
            <a:srgbClr val="EFF6FB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16128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HarshiniGirish/NISAR_OGC_JOB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490472"/>
            <a:ext cx="4837176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 generator proof of concept. It starts with the Python file and automatically creates the package files in generated_package/.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300" b="1">
                <a:solidFill>
                  <a:srgbClr val="12263F"/>
                </a:solidFill>
              </a:defRPr>
            </a:pPr>
            <a:r>
              <a:t>The reference package is the kind of output this project now generates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12263F"/>
                </a:solidFill>
              </a:defRPr>
            </a:pPr>
            <a:r>
              <a:t>Suggested presentation narrative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1384280" cy="32004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Start with the problem: turning science scripts into DPS/OGC packages is manual.</a:t>
            </a:r>
          </a:p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Show input/nisar_access_subset.py as the only required input.</a:t>
            </a:r>
          </a:p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Run python generator/generate_package.py and show generated_package/.</a:t>
            </a:r>
          </a:p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Open report.md to show detected imports, inferred CLI inputs, dependencies, and generated files.</a:t>
            </a:r>
          </a:p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Explain that run.sh/build.sh/env.yml/CWL are generated from templates and inference, not hand-authored.</a:t>
            </a:r>
          </a:p>
          <a:p>
            <a:pPr>
              <a:spcAft>
                <a:spcPts val="400"/>
              </a:spcAft>
              <a:defRPr sz="1800">
                <a:solidFill>
                  <a:srgbClr val="14181E"/>
                </a:solidFill>
              </a:defRPr>
            </a:pPr>
            <a:r>
              <a:t>Mention real NISAR runtime test reached download/open/Zarr write; full output depends on disk space and credentials.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442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400" b="1">
                <a:solidFill>
                  <a:srgbClr val="12263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1783080"/>
            <a:ext cx="9555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4181E"/>
                </a:solidFill>
              </a:defRPr>
            </a:pPr>
            <a:r>
              <a:t>The repository demonstrates the core assessment idea: user Python code is converted into an OGC/MAAP-style application package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3063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3767328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096512"/>
            <a:ext cx="273405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input/nisar_access_subset.py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3063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3767328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4096512"/>
            <a:ext cx="273405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AST + argparse + dependency mapping +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063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3767328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2263F"/>
                </a:solidFill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096512"/>
            <a:ext cx="2734056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14181E"/>
                </a:solidFill>
              </a:defRPr>
            </a:pPr>
            <a:r>
              <a:t>generated_package assets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87952" y="4187952"/>
            <a:ext cx="365760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62672" y="4187952"/>
            <a:ext cx="365759" cy="0"/>
          </a:xfrm>
          <a:prstGeom prst="line">
            <a:avLst/>
          </a:prstGeom>
          <a:ln w="2540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31920" y="548640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u="sng">
                <a:solidFill>
                  <a:srgbClr val="005CAB"/>
                </a:solidFill>
                <a:hlinkClick r:id="rId2"/>
              </a:rPr>
              <a:t>Open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270"/>
                </a:solidFill>
              </a:defRPr>
            </a:pPr>
            <a:r>
              <a:t>NISAR_OGC_JOB | Python-only OGC package generator | Slide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